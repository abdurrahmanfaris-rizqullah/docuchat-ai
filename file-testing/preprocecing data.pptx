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14630400" cy="14630400"/>
  <p:notesSz cx="146304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2024-08-28T15:16:43Z</dcterms:created>
  <dcterms:modified xsi:type="dcterms:W3CDTF">2024-08-28T15:16:43Z</dcterms:modified>
</cp:coreProperties>
</file>